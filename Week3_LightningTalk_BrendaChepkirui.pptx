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1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846"/>
                </a:solidFill>
              </a:defRPr>
            </a:pPr>
            <a:r>
              <a:t>Operational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Understanding factors affecting plant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097280"/>
            <a:ext cx="6400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005A32"/>
                </a:solidFill>
              </a:defRPr>
            </a:pPr>
            <a:r>
              <a:rPr dirty="0"/>
              <a:t>Why is throughput changing?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286000" cy="128016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Internal Data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Pressure</a:t>
            </a:r>
            <a:br>
              <a:rPr dirty="0"/>
            </a:br>
            <a:r>
              <a:rPr dirty="0"/>
              <a:t>Temperature</a:t>
            </a:r>
            <a:br>
              <a:rPr dirty="0"/>
            </a:br>
            <a:r>
              <a:rPr dirty="0"/>
              <a:t>Flow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011680"/>
            <a:ext cx="2286000" cy="128016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 Weather API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Temperature</a:t>
            </a:r>
            <a:br>
              <a:rPr dirty="0"/>
            </a:br>
            <a:r>
              <a:rPr dirty="0"/>
              <a:t>Humidity</a:t>
            </a:r>
            <a:br>
              <a:rPr dirty="0"/>
            </a:br>
            <a:r>
              <a:rPr dirty="0"/>
              <a:t>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011680"/>
            <a:ext cx="2286000" cy="128016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Database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Maintenance</a:t>
            </a:r>
            <a:br>
              <a:rPr dirty="0"/>
            </a:br>
            <a:r>
              <a:rPr dirty="0"/>
              <a:t>Equipment</a:t>
            </a:r>
            <a:br>
              <a:rPr dirty="0"/>
            </a:br>
            <a:r>
              <a:rPr dirty="0"/>
              <a:t>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651760"/>
            <a:ext cx="1645920" cy="0"/>
          </a:xfrm>
          <a:prstGeom prst="line">
            <a:avLst/>
          </a:prstGeom>
          <a:ln w="25400">
            <a:solidFill>
              <a:srgbClr val="007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2651760"/>
            <a:ext cx="1645920" cy="0"/>
          </a:xfrm>
          <a:prstGeom prst="line">
            <a:avLst/>
          </a:prstGeom>
          <a:ln w="25400">
            <a:solidFill>
              <a:srgbClr val="007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4114800"/>
            <a:ext cx="45720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t>Business Question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Does weather influence throughput?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846"/>
                </a:solidFill>
              </a:defRPr>
            </a:pPr>
            <a:r>
              <a:t>Observations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Integrated analysis from multiple 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13716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t>CSV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Internal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13716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t>API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Weather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188720"/>
            <a:ext cx="13716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t>SQL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Maintenance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1645920"/>
            <a:ext cx="457200" cy="0"/>
          </a:xfrm>
          <a:prstGeom prst="line">
            <a:avLst/>
          </a:prstGeom>
          <a:ln w="25400">
            <a:solidFill>
              <a:srgbClr val="007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1645920"/>
            <a:ext cx="457200" cy="0"/>
          </a:xfrm>
          <a:prstGeom prst="line">
            <a:avLst/>
          </a:prstGeom>
          <a:ln w="25400">
            <a:solidFill>
              <a:srgbClr val="007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1188720"/>
            <a:ext cx="27432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t>Master Dataset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Unified operational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017520"/>
            <a:ext cx="4114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t>Key Finding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Weather-linked throughput patterns identified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114800"/>
            <a:ext cx="4114800" cy="82296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Impact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External data improved visibility</a:t>
            </a:r>
            <a:r>
              <a:rPr lang="en-US" dirty="0"/>
              <a:t> and schedule predictability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CCB710-9147-B3F4-6F90-3ACF9140D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68" y="2333626"/>
            <a:ext cx="5149321" cy="413490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D5DC4DF-11D0-907C-1947-898B4EA9074E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5943600" y="164592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846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Using integrated data for proactive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Weather Planning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Include forecasts in </a:t>
            </a:r>
            <a:r>
              <a:rPr lang="en-US" dirty="0"/>
              <a:t>operations </a:t>
            </a:r>
            <a:r>
              <a:rPr dirty="0"/>
              <a:t>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457200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Operations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Adjust during disruptions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457200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Monitoring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Build live KPI dashboards</a:t>
            </a:r>
            <a:r>
              <a:rPr lang="en-US" dirty="0"/>
              <a:t> to monitor the parameters from various data sources.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4572000" cy="1188720"/>
          </a:xfrm>
          <a:prstGeom prst="roundRect">
            <a:avLst/>
          </a:prstGeom>
          <a:solidFill>
            <a:srgbClr val="F5F5F5"/>
          </a:solidFill>
          <a:ln>
            <a:solidFill>
              <a:srgbClr val="007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846"/>
                </a:solidFill>
              </a:defRPr>
            </a:pPr>
            <a:r>
              <a:rPr dirty="0"/>
              <a:t>Integration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rPr dirty="0"/>
              <a:t>Continue combining data</a:t>
            </a:r>
            <a:r>
              <a:rPr lang="en-US" dirty="0"/>
              <a:t> from multiple sources to better operational forecasting and scheduling.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43200" y="5486400"/>
            <a:ext cx="6400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07846"/>
                </a:solidFill>
              </a:defRPr>
            </a:pPr>
            <a:r>
              <a:t>Better Data  →  Better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126</Words>
  <Application>Microsoft Office PowerPoint</Application>
  <PresentationFormat>Custom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Brenda Chepkirui</cp:lastModifiedBy>
  <cp:revision>3</cp:revision>
  <dcterms:created xsi:type="dcterms:W3CDTF">2013-01-27T09:14:16Z</dcterms:created>
  <dcterms:modified xsi:type="dcterms:W3CDTF">2026-07-10T13:59:43Z</dcterms:modified>
  <cp:category/>
</cp:coreProperties>
</file>